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OpenSRE Integration — Recap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SRE investigation, layered on top of the existing observability stack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9264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81828" cy="2487168"/>
          </a:xfrm>
          <a:prstGeom prst="roundRect">
            <a:avLst>
              <a:gd name="adj" fmla="val 2941"/>
            </a:avLst>
          </a:prstGeom>
          <a:solidFill>
            <a:srgbClr val="2F3D7E"/>
          </a:solidFill>
          <a:ln/>
          <a:effectLst>
            <a:outerShdw sx="100000" sy="100000" kx="0" ky="0" algn="bl" rotWithShape="0" blurRad="88900" dist="38100" dir="5400000">
              <a:srgbClr val="0B0E1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399032"/>
            <a:ext cx="4969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OpenSRE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801368"/>
            <a:ext cx="49697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 SRE platform that autonomously investigates production incidents — when an alert fires, its AI agents gather context, reason about root cause, and produce a report.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2807208"/>
            <a:ext cx="164592" cy="164592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743200"/>
            <a:ext cx="2283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Investigation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6986" y="2807208"/>
            <a:ext cx="164592" cy="164592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11" name="Text 9"/>
          <p:cNvSpPr/>
          <p:nvPr/>
        </p:nvSpPr>
        <p:spPr>
          <a:xfrm>
            <a:off x="3554730" y="2743200"/>
            <a:ext cx="2283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3191256"/>
            <a:ext cx="164592" cy="164592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127248"/>
            <a:ext cx="2283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6986" y="3191256"/>
            <a:ext cx="164592" cy="164592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15" name="Text 13"/>
          <p:cNvSpPr/>
          <p:nvPr/>
        </p:nvSpPr>
        <p:spPr>
          <a:xfrm>
            <a:off x="3554730" y="3127248"/>
            <a:ext cx="22837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4204" y="1234440"/>
            <a:ext cx="5481828" cy="2487168"/>
          </a:xfrm>
          <a:prstGeom prst="roundRect">
            <a:avLst>
              <a:gd name="adj" fmla="val 2941"/>
            </a:avLst>
          </a:prstGeom>
          <a:solidFill>
            <a:srgbClr val="2F3D7E"/>
          </a:solidFill>
          <a:ln/>
          <a:effectLst>
            <a:outerShdw sx="100000" sy="100000" kx="0" ky="0" algn="bl" rotWithShape="0" blurRad="88900" dist="38100" dir="5400000">
              <a:srgbClr val="0B0E1C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60236" y="1399032"/>
            <a:ext cx="4969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Fits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0236" y="1783080"/>
            <a:ext cx="49697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above the observability stack — not deployed in-repo, but the repo provides everything it needs.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60236" y="2240280"/>
            <a:ext cx="4969764" cy="310896"/>
          </a:xfrm>
          <a:prstGeom prst="roundRect">
            <a:avLst>
              <a:gd name="adj" fmla="val 17647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6460236" y="2240280"/>
            <a:ext cx="4969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87918" y="25420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60236" y="2660904"/>
            <a:ext cx="4969764" cy="310896"/>
          </a:xfrm>
          <a:prstGeom prst="roundRect">
            <a:avLst>
              <a:gd name="adj" fmla="val 17647"/>
            </a:avLst>
          </a:prstGeom>
          <a:solidFill>
            <a:srgbClr val="1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60236" y="2660904"/>
            <a:ext cx="4969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87918" y="29626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60236" y="3081528"/>
            <a:ext cx="4969764" cy="310896"/>
          </a:xfrm>
          <a:prstGeom prst="roundRect">
            <a:avLst>
              <a:gd name="adj" fmla="val 17647"/>
            </a:avLst>
          </a:prstGeom>
          <a:solidFill>
            <a:srgbClr val="1C2340"/>
          </a:solidFill>
          <a:ln/>
        </p:spPr>
      </p:sp>
      <p:sp>
        <p:nvSpPr>
          <p:cNvPr id="26" name="Text 24"/>
          <p:cNvSpPr/>
          <p:nvPr/>
        </p:nvSpPr>
        <p:spPr>
          <a:xfrm>
            <a:off x="6460236" y="3081528"/>
            <a:ext cx="4969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VM / Grafana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87918" y="33832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60236" y="3502152"/>
            <a:ext cx="4969764" cy="310896"/>
          </a:xfrm>
          <a:prstGeom prst="roundRect">
            <a:avLst>
              <a:gd name="adj" fmla="val 17647"/>
            </a:avLst>
          </a:prstGeom>
          <a:solidFill>
            <a:srgbClr val="F86168"/>
          </a:solidFill>
          <a:ln/>
        </p:spPr>
      </p:sp>
      <p:sp>
        <p:nvSpPr>
          <p:cNvPr id="29" name="Text 27"/>
          <p:cNvSpPr/>
          <p:nvPr/>
        </p:nvSpPr>
        <p:spPr>
          <a:xfrm>
            <a:off x="6460236" y="3502152"/>
            <a:ext cx="4969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— AI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941064"/>
            <a:ext cx="5481828" cy="2487168"/>
          </a:xfrm>
          <a:prstGeom prst="roundRect">
            <a:avLst>
              <a:gd name="adj" fmla="val 2941"/>
            </a:avLst>
          </a:prstGeom>
          <a:solidFill>
            <a:srgbClr val="2F3D7E"/>
          </a:solidFill>
          <a:ln/>
          <a:effectLst>
            <a:outerShdw sx="100000" sy="100000" kx="0" ky="0" algn="bl" rotWithShape="0" blurRad="88900" dist="38100" dir="5400000">
              <a:srgbClr val="0B0E1C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" y="4105656"/>
            <a:ext cx="4969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Investigation Works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8952" y="4471416"/>
            <a:ext cx="49697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"Investigate why the Order Service latency increased."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8487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34" name="Text 32"/>
          <p:cNvSpPr/>
          <p:nvPr/>
        </p:nvSpPr>
        <p:spPr>
          <a:xfrm>
            <a:off x="958487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69383" y="5239512"/>
            <a:ext cx="399070" cy="0"/>
          </a:xfrm>
          <a:prstGeom prst="line">
            <a:avLst/>
          </a:prstGeom>
          <a:noFill/>
          <a:ln w="12700">
            <a:solidFill>
              <a:srgbClr val="AEB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health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68453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38" name="Text 36"/>
          <p:cNvSpPr/>
          <p:nvPr/>
        </p:nvSpPr>
        <p:spPr>
          <a:xfrm>
            <a:off x="1668453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79349" y="5239512"/>
            <a:ext cx="399070" cy="0"/>
          </a:xfrm>
          <a:prstGeom prst="line">
            <a:avLst/>
          </a:prstGeom>
          <a:noFill/>
          <a:ln w="12700">
            <a:solidFill>
              <a:srgbClr val="AEB6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87206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events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78420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42" name="Text 40"/>
          <p:cNvSpPr/>
          <p:nvPr/>
        </p:nvSpPr>
        <p:spPr>
          <a:xfrm>
            <a:off x="2378420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89316" y="5239512"/>
            <a:ext cx="399070" cy="0"/>
          </a:xfrm>
          <a:prstGeom prst="line">
            <a:avLst/>
          </a:prstGeom>
          <a:noFill/>
          <a:ln w="12700">
            <a:solidFill>
              <a:srgbClr val="AEB6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7173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088386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46" name="Text 44"/>
          <p:cNvSpPr/>
          <p:nvPr/>
        </p:nvSpPr>
        <p:spPr>
          <a:xfrm>
            <a:off x="3088386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399282" y="5239512"/>
            <a:ext cx="399070" cy="0"/>
          </a:xfrm>
          <a:prstGeom prst="line">
            <a:avLst/>
          </a:prstGeom>
          <a:noFill/>
          <a:ln w="12700">
            <a:solidFill>
              <a:srgbClr val="AEB6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07139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98352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50" name="Text 48"/>
          <p:cNvSpPr/>
          <p:nvPr/>
        </p:nvSpPr>
        <p:spPr>
          <a:xfrm>
            <a:off x="379835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09248" y="5239512"/>
            <a:ext cx="399070" cy="0"/>
          </a:xfrm>
          <a:prstGeom prst="line">
            <a:avLst/>
          </a:prstGeom>
          <a:noFill/>
          <a:ln w="12700">
            <a:solidFill>
              <a:srgbClr val="AEB6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17105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08319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54" name="Text 52"/>
          <p:cNvSpPr/>
          <p:nvPr/>
        </p:nvSpPr>
        <p:spPr>
          <a:xfrm>
            <a:off x="4508319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19215" y="5239512"/>
            <a:ext cx="399070" cy="0"/>
          </a:xfrm>
          <a:prstGeom prst="line">
            <a:avLst/>
          </a:prstGeom>
          <a:noFill/>
          <a:ln w="12700">
            <a:solidFill>
              <a:srgbClr val="AEB6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27071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218285" y="5084064"/>
            <a:ext cx="310896" cy="310896"/>
          </a:xfrm>
          <a:prstGeom prst="ellipse">
            <a:avLst/>
          </a:prstGeom>
          <a:solidFill>
            <a:srgbClr val="F86168"/>
          </a:solidFill>
          <a:ln/>
        </p:spPr>
      </p:sp>
      <p:sp>
        <p:nvSpPr>
          <p:cNvPr id="58" name="Text 56"/>
          <p:cNvSpPr/>
          <p:nvPr/>
        </p:nvSpPr>
        <p:spPr>
          <a:xfrm>
            <a:off x="5218285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37038" y="5449824"/>
            <a:ext cx="673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D6D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58952" y="5925312"/>
            <a:ext cx="4969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dashboard-hopping with one natural-language query and an automated report.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04204" y="3941064"/>
            <a:ext cx="5481828" cy="2487168"/>
          </a:xfrm>
          <a:prstGeom prst="roundRect">
            <a:avLst>
              <a:gd name="adj" fmla="val 2941"/>
            </a:avLst>
          </a:prstGeom>
          <a:solidFill>
            <a:srgbClr val="2F3D7E"/>
          </a:solidFill>
          <a:ln/>
          <a:effectLst>
            <a:outerShdw sx="100000" sy="100000" kx="0" ky="0" algn="bl" rotWithShape="0" blurRad="88900" dist="38100" dir="5400000">
              <a:srgbClr val="0B0E1C">
                <a:alpha val="3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60236" y="4105656"/>
            <a:ext cx="4969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460236" y="4471416"/>
            <a:ext cx="4969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OpenSRE across the stack, toward composable domain-specific investigation agents.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460236" y="5020056"/>
            <a:ext cx="2416302" cy="32918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60236" y="5020056"/>
            <a:ext cx="24163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013698" y="5020056"/>
            <a:ext cx="2416302" cy="32918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13698" y="5020056"/>
            <a:ext cx="24163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Panels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60236" y="5440680"/>
            <a:ext cx="2416302" cy="32918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60236" y="5440680"/>
            <a:ext cx="24163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Logs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013698" y="5440680"/>
            <a:ext cx="2416302" cy="32918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13698" y="5440680"/>
            <a:ext cx="24163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60236" y="5861304"/>
            <a:ext cx="2416302" cy="32918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60236" y="5861304"/>
            <a:ext cx="24163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013698" y="5861304"/>
            <a:ext cx="2416302" cy="329184"/>
          </a:xfrm>
          <a:prstGeom prst="roundRect">
            <a:avLst>
              <a:gd name="adj" fmla="val 50000"/>
            </a:avLst>
          </a:prstGeom>
          <a:solidFill>
            <a:srgbClr val="1C2340"/>
          </a:solidFill>
          <a:ln w="9525">
            <a:solidFill>
              <a:srgbClr val="F9E79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13698" y="5861304"/>
            <a:ext cx="24163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Integration — Project Review  |  One-Slide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2026-08-13T10:00:59Z</dcterms:created>
  <dcterms:modified xsi:type="dcterms:W3CDTF">2026-08-13T10:00:59Z</dcterms:modified>
</cp:coreProperties>
</file>