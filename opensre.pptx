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67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SRE Investigation with OpenSRE</a:t>
            </a:r>
            <a:endParaRPr lang="en-US" sz="3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86DFEF0-3A80-7BC4-201B-F30FEE10AD3F}"/>
              </a:ext>
            </a:extLst>
          </p:cNvPr>
          <p:cNvSpPr/>
          <p:nvPr/>
        </p:nvSpPr>
        <p:spPr>
          <a:xfrm>
            <a:off x="640080" y="622029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Vyom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6586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chemeClr val="bg1"/>
                </a:solidFill>
              </a:rPr>
              <a:t>OpenSRE</a:t>
            </a:r>
            <a:r>
              <a:rPr lang="en-US" dirty="0">
                <a:solidFill>
                  <a:schemeClr val="bg1"/>
                </a:solidFill>
              </a:rPr>
              <a:t> is an open-source AI SRE platform that investigates production incidents autonomously. When an alert fires, </a:t>
            </a:r>
            <a:r>
              <a:rPr lang="en-US" dirty="0" err="1">
                <a:solidFill>
                  <a:schemeClr val="bg1"/>
                </a:solidFill>
              </a:rPr>
              <a:t>OpenSRE's</a:t>
            </a:r>
            <a:r>
              <a:rPr lang="en-US" dirty="0">
                <a:solidFill>
                  <a:schemeClr val="bg1"/>
                </a:solidFill>
              </a:rPr>
              <a:t> AI agents gather context from your observability stack, reason about root causes, and produce a detailed incident report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4036127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Autonomous Incident Investigation</a:t>
            </a:r>
          </a:p>
          <a:p>
            <a:pPr marL="0" indent="0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5400" y="46718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Episodic Memory System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536468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Integrations 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62E982A-D269-A8B1-76B5-6516DC3F75D6}"/>
              </a:ext>
            </a:extLst>
          </p:cNvPr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C919149-011B-78E7-F075-BC95AA1ECD60}"/>
              </a:ext>
            </a:extLst>
          </p:cNvPr>
          <p:cNvSpPr/>
          <p:nvPr/>
        </p:nvSpPr>
        <p:spPr>
          <a:xfrm>
            <a:off x="1371600" y="5936283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Knowledge Graph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3716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94560" y="1920240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212848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128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2761488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054096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540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94560" y="3602736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Svc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75104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1975104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Svc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1488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2761488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Svc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4718304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5010912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010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6766560" cy="4572000"/>
          </a:xfrm>
          <a:prstGeom prst="roundRect">
            <a:avLst>
              <a:gd name="adj" fmla="val 2000"/>
            </a:avLst>
          </a:prstGeom>
          <a:solidFill>
            <a:srgbClr val="F7F7F9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554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210312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5669280" y="2057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accesses the FoodHub web application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20640" y="2816352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5669280" y="27706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receives the request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20640" y="3529584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5669280" y="348386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routes to the appropriate microservice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0" y="4242816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5669280" y="41970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reads/writes PostgreSQL as needed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120640" y="4956048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956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5669280" y="491032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to the user through the Gateway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OpenSRE 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sits on top of the observability stack — it is not deployed in this repository, but the repository provides everything it needs.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48556" y="18288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4448556" y="18288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Microservices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57316" y="2395728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7" name="Shape 5"/>
          <p:cNvSpPr/>
          <p:nvPr/>
        </p:nvSpPr>
        <p:spPr>
          <a:xfrm>
            <a:off x="4448556" y="268833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4448556" y="26883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57316" y="3255264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8556" y="354787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35478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Collector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7316" y="4114800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8556" y="440740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4448556" y="44074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VictoriaMetrics / Grafana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57316" y="4974336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8556" y="526694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448556" y="5266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— AI Investigation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Tools to OpenSRE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observability tool plugs into OpenSRE through its own API or query interface — OpenSRE reads from all of them to build one investigation.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pulled via the PromQL query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51076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8" name="Shape 6"/>
          <p:cNvSpPr/>
          <p:nvPr/>
        </p:nvSpPr>
        <p:spPr>
          <a:xfrm>
            <a:off x="2980944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0672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 rules via the Grafana HTTP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81628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1496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API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21224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deployments, services &amp; events via kubectl / K8s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2180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2048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Collector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51776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 &amp; spans via OTLP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42732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9482328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82328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logs via the Kubernetes logging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73284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" y="3840480"/>
            <a:ext cx="10488168" cy="868680"/>
          </a:xfrm>
          <a:prstGeom prst="roundRect">
            <a:avLst>
              <a:gd name="adj" fmla="val 10526"/>
            </a:avLst>
          </a:prstGeom>
          <a:solidFill>
            <a:srgbClr val="1B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" y="3840480"/>
            <a:ext cx="10488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 — Correlation &amp; Investigation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is replaced — OpenSRE sits above them and reasons across their combined signal.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Endpoints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integration needs its own endpoint and credentials set up before OpenSRE (or CI/CD) can reach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(EKS)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endpoint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eks update-kubeconfig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 foodhub --region &lt;region&gt;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API server endpoint &amp; CA cert from EKS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it into kubeconfig so tools point at the cluster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IAM role / OIDC provider for secure, scoped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7136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https://&lt;grafana-host&gt;/api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17136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GF_SERVER_ROOT_URL to the public Grafana URL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service account API key/token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endpoint + token as a data source in OpenSRE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B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Actions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02752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https://api.github.com/repos/&lt;org&gt;/foodhub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 secrets (KUBE_CONFIG, AWS_ROLE_ARN, etc.)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webhook URL for CI/CD event triggers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Actions workflow at the cluster &amp; registry endpoints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Endpoints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applies to the core observability endpoints already running inside the cluster.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/ query endpoint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http://prometheus:9090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/actuator/prometheus on each microservice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scrape job &amp; target in prometheus.yml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OpenSRE at the Prometheus query API endpoint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7136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API 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https://&lt;cluster-host&gt;:6443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17136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read-only service account &amp; RBAC role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token / kubeconfig for that account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OpenSRE at the API server endpoint + token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B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collector endpoint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02752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otel-collector:4317 (gRPC)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OpenTelemetry Collector in the cluster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each service's exporter to this endpoint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processed traces to Grafana / OpenSRE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Investigation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B23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"Investigate why the Order Service latency increased."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Pod 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2828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67712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K8s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0460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03904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95344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application logs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8092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22976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Prometheus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35724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9168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Grafana 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63356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0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findings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90988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14432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5872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405872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root-cause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replaces manual dashboard-hopping with a single natural-language query and an automated report.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663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Salvi Priya</cp:lastModifiedBy>
  <cp:revision>4</cp:revision>
  <dcterms:created xsi:type="dcterms:W3CDTF">2026-07-30T07:33:49Z</dcterms:created>
  <dcterms:modified xsi:type="dcterms:W3CDTF">2026-07-30T07:52:27Z</dcterms:modified>
</cp:coreProperties>
</file>